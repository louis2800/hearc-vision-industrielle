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1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43" autoAdjust="0"/>
  </p:normalViewPr>
  <p:slideViewPr>
    <p:cSldViewPr>
      <p:cViewPr varScale="1">
        <p:scale>
          <a:sx n="86" d="100"/>
          <a:sy n="86" d="100"/>
        </p:scale>
        <p:origin x="133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Repères (</a:t>
            </a:r>
            <a:r>
              <a:rPr lang="fr-CH" dirty="0" err="1"/>
              <a:t>Fixtures</a:t>
            </a:r>
            <a:r>
              <a:rPr lang="fr-CH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40000" y="2708920"/>
            <a:ext cx="5472160" cy="3454280"/>
          </a:xfrm>
        </p:spPr>
        <p:txBody>
          <a:bodyPr/>
          <a:lstStyle/>
          <a:p>
            <a:pPr lvl="1"/>
            <a:r>
              <a:rPr lang="fr-CH" dirty="0"/>
              <a:t>Pour une image non-calibrée, le repère par défaut (</a:t>
            </a:r>
            <a:r>
              <a:rPr lang="fr-CH" dirty="0" err="1"/>
              <a:t>Absolute</a:t>
            </a:r>
            <a:r>
              <a:rPr lang="fr-CH" dirty="0"/>
              <a:t>) est en haut à gauche, selon les axes des pixels, et unités en pixels</a:t>
            </a:r>
          </a:p>
          <a:p>
            <a:pPr lvl="1"/>
            <a:r>
              <a:rPr lang="fr-CH" dirty="0"/>
              <a:t>Pour une image calibrée, le repère </a:t>
            </a:r>
            <a:r>
              <a:rPr lang="fr-CH" dirty="0" err="1"/>
              <a:t>Absolute</a:t>
            </a:r>
            <a:r>
              <a:rPr lang="fr-CH" dirty="0"/>
              <a:t> est donné par la calibration.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86" y="2557994"/>
            <a:ext cx="1981200" cy="154305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95536" y="1974877"/>
            <a:ext cx="7037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</a:pPr>
            <a:r>
              <a:rPr lang="fr-CH" sz="2800" dirty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 </a:t>
            </a:r>
            <a:r>
              <a:rPr lang="fr-CH" sz="2800" dirty="0" err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gére</a:t>
            </a:r>
            <a:r>
              <a:rPr lang="fr-CH" sz="2800" dirty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différents repères (</a:t>
            </a:r>
            <a:r>
              <a:rPr lang="fr-CH" sz="2800" i="1" dirty="0" err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fixtures</a:t>
            </a:r>
            <a:r>
              <a:rPr lang="fr-CH" sz="2800" dirty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624" y="4805299"/>
            <a:ext cx="1981200" cy="135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0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On peut utiliser un </a:t>
            </a:r>
            <a:r>
              <a:rPr lang="fr-CH" sz="2800" dirty="0" err="1"/>
              <a:t>step</a:t>
            </a:r>
            <a:r>
              <a:rPr lang="fr-CH" sz="2800" dirty="0"/>
              <a:t> </a:t>
            </a:r>
            <a:r>
              <a:rPr lang="fr-CH" sz="2800" dirty="0" err="1"/>
              <a:t>Fixture</a:t>
            </a:r>
            <a:r>
              <a:rPr lang="fr-CH" sz="2800" dirty="0"/>
              <a:t> pour créer un repère:</a:t>
            </a:r>
          </a:p>
          <a:p>
            <a:pPr lvl="2"/>
            <a:r>
              <a:rPr lang="fr-CH" dirty="0"/>
              <a:t>A partir de 1 point et 1 angle (relatif à </a:t>
            </a:r>
            <a:r>
              <a:rPr lang="fr-CH" dirty="0" err="1"/>
              <a:t>Absolute</a:t>
            </a:r>
            <a:r>
              <a:rPr lang="fr-CH" dirty="0"/>
              <a:t>)</a:t>
            </a:r>
          </a:p>
          <a:p>
            <a:pPr lvl="2"/>
            <a:r>
              <a:rPr lang="fr-CH" dirty="0"/>
              <a:t>A partir de 2 points (et la direction entre eux)</a:t>
            </a:r>
          </a:p>
          <a:p>
            <a:pPr lvl="2"/>
            <a:r>
              <a:rPr lang="fr-CH" dirty="0"/>
              <a:t>A partir de 2 lignes (leur intersection et un de leurs angles)</a:t>
            </a:r>
          </a:p>
          <a:p>
            <a:pPr lvl="2"/>
            <a:r>
              <a:rPr lang="fr-CH" dirty="0"/>
              <a:t>Par décalage (</a:t>
            </a:r>
            <a:r>
              <a:rPr lang="el-GR" dirty="0"/>
              <a:t>Δ</a:t>
            </a:r>
            <a:r>
              <a:rPr lang="fr-CH" dirty="0"/>
              <a:t>x,</a:t>
            </a:r>
            <a:r>
              <a:rPr lang="el-GR" dirty="0"/>
              <a:t> Δ</a:t>
            </a:r>
            <a:r>
              <a:rPr lang="fr-CH" dirty="0"/>
              <a:t>y,</a:t>
            </a:r>
            <a:r>
              <a:rPr lang="el-GR" dirty="0"/>
              <a:t> Δ</a:t>
            </a:r>
            <a:r>
              <a:rPr lang="fr-CH" dirty="0"/>
              <a:t>θ) par rapport à un autre repère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492896"/>
            <a:ext cx="10477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4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On peut créer des variables de type </a:t>
            </a:r>
            <a:r>
              <a:rPr lang="fr-CH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fixture</a:t>
            </a:r>
            <a:r>
              <a:rPr lang="fr-CH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2800" dirty="0"/>
              <a:t>et</a:t>
            </a:r>
            <a:r>
              <a:rPr lang="fr-CH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fixturearray</a:t>
            </a:r>
            <a:endParaRPr lang="fr-CH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CH" dirty="0"/>
              <a:t>Et les manipuler avec les fonctions FIXTURE(), FIXTUREARRAY() et TRANSFORMCOORDINATES()</a:t>
            </a:r>
          </a:p>
          <a:p>
            <a:pPr lvl="2"/>
            <a:r>
              <a:rPr lang="fr-CH" dirty="0"/>
              <a:t>Exemples:</a:t>
            </a:r>
          </a:p>
          <a:p>
            <a:pPr marL="914400" lvl="2" indent="0">
              <a:buNone/>
            </a:pPr>
            <a:endParaRPr lang="fr-CH" dirty="0"/>
          </a:p>
          <a:p>
            <a:endParaRPr lang="fr-CH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656928"/>
            <a:ext cx="6480720" cy="25799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129374"/>
            <a:ext cx="5924550" cy="3619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4221088"/>
            <a:ext cx="180022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4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780928"/>
            <a:ext cx="5325672" cy="25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66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E8FE288-D38C-4F69-8C55-86621CF0B1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B838D4-1531-4680-BD62-F00333172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Exemple: </a:t>
            </a:r>
            <a:r>
              <a:rPr lang="fr-CH" sz="2800"/>
              <a:t>Obtenir les coordonnées </a:t>
            </a:r>
            <a:r>
              <a:rPr lang="fr-CH" sz="2800" dirty="0"/>
              <a:t>world correspondant au centre de l’image</a:t>
            </a:r>
          </a:p>
          <a:p>
            <a:endParaRPr lang="fr-CH" dirty="0"/>
          </a:p>
          <a:p>
            <a:endParaRPr lang="fr-CH" dirty="0"/>
          </a:p>
          <a:p>
            <a:pPr marL="457200" indent="-457200">
              <a:buFont typeface="+mj-lt"/>
              <a:buAutoNum type="arabicPeriod"/>
            </a:pPr>
            <a:r>
              <a:rPr lang="fr-CH" sz="2000" dirty="0"/>
              <a:t>Définit point au centre: </a:t>
            </a:r>
          </a:p>
          <a:p>
            <a:pPr lvl="1" indent="0">
              <a:buNone/>
            </a:pP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POINT(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Camera.Image.SizeX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/2, 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Camera.Image.SizeY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/2)</a:t>
            </a:r>
          </a:p>
          <a:p>
            <a:pPr marL="342900" indent="-342900">
              <a:buFont typeface="+mj-lt"/>
              <a:buAutoNum type="arabicPeriod"/>
            </a:pPr>
            <a:r>
              <a:rPr lang="fr-CH" sz="2000" dirty="0"/>
              <a:t>Sens de la transformation: </a:t>
            </a:r>
            <a:r>
              <a:rPr lang="fr-CH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Pixel to world(=</a:t>
            </a:r>
            <a:r>
              <a:rPr lang="fr-CH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Absolute</a:t>
            </a:r>
            <a:r>
              <a:rPr lang="fr-CH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CH" sz="2000" dirty="0">
                <a:solidFill>
                  <a:srgbClr val="C00000"/>
                </a:solidFill>
              </a:rPr>
              <a:t>Choix de la calibration: </a:t>
            </a:r>
            <a:r>
              <a:rPr lang="fr-CH" sz="1400" dirty="0">
                <a:solidFill>
                  <a:schemeClr val="tx1"/>
                </a:solidFill>
              </a:rPr>
              <a:t>Celle associé à</a:t>
            </a:r>
            <a:r>
              <a:rPr lang="fr-CH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H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Camera.Image</a:t>
            </a:r>
            <a:endParaRPr lang="fr-CH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4BE86C-B21C-41F5-8D92-8B5C93DD64B6}"/>
              </a:ext>
            </a:extLst>
          </p:cNvPr>
          <p:cNvSpPr txBox="1"/>
          <p:nvPr/>
        </p:nvSpPr>
        <p:spPr>
          <a:xfrm>
            <a:off x="539552" y="3293775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/>
              <a:t>TRANSFORMCOORDINATES(POINT(</a:t>
            </a:r>
            <a:r>
              <a:rPr lang="fr-CH" sz="1600" dirty="0" err="1"/>
              <a:t>Camera.Image.SizeX</a:t>
            </a:r>
            <a:r>
              <a:rPr lang="fr-CH" sz="1600" dirty="0"/>
              <a:t>/2, </a:t>
            </a:r>
            <a:r>
              <a:rPr lang="fr-CH" sz="1600" dirty="0" err="1"/>
              <a:t>Camera.Image.SizeY</a:t>
            </a:r>
            <a:r>
              <a:rPr lang="fr-CH" sz="1600" dirty="0"/>
              <a:t>/2), </a:t>
            </a:r>
            <a:r>
              <a:rPr lang="fr-CH" sz="1600" dirty="0" err="1"/>
              <a:t>PixelToAbsolute</a:t>
            </a:r>
            <a:r>
              <a:rPr lang="fr-CH" sz="1600" dirty="0"/>
              <a:t>, </a:t>
            </a:r>
            <a:r>
              <a:rPr lang="fr-CH" sz="1600" dirty="0" err="1"/>
              <a:t>Camera.Image</a:t>
            </a:r>
            <a:r>
              <a:rPr lang="fr-CH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21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Dans les </a:t>
            </a:r>
            <a:r>
              <a:rPr lang="fr-CH" sz="2800" dirty="0" err="1"/>
              <a:t>steps</a:t>
            </a:r>
            <a:r>
              <a:rPr lang="fr-CH" sz="2800" dirty="0"/>
              <a:t> d’analyse d’image (</a:t>
            </a:r>
            <a:r>
              <a:rPr lang="fr-CH" sz="2800" dirty="0" err="1"/>
              <a:t>e.g</a:t>
            </a:r>
            <a:r>
              <a:rPr lang="fr-CH" sz="2800" dirty="0"/>
              <a:t>. blob, pattern </a:t>
            </a:r>
            <a:r>
              <a:rPr lang="fr-CH" sz="2800" dirty="0" err="1"/>
              <a:t>matching</a:t>
            </a:r>
            <a:r>
              <a:rPr lang="fr-CH" sz="2800" dirty="0"/>
              <a:t>, </a:t>
            </a:r>
            <a:r>
              <a:rPr lang="fr-CH" sz="2800" dirty="0" err="1"/>
              <a:t>modelfinder</a:t>
            </a:r>
            <a:r>
              <a:rPr lang="fr-CH" sz="2800" dirty="0"/>
              <a:t>, </a:t>
            </a:r>
            <a:r>
              <a:rPr lang="fr-CH" sz="2800" dirty="0" err="1"/>
              <a:t>edges</a:t>
            </a:r>
            <a:r>
              <a:rPr lang="fr-CH" sz="2800" dirty="0"/>
              <a:t>) on peut utiliser les repères pour</a:t>
            </a:r>
          </a:p>
          <a:p>
            <a:pPr lvl="1"/>
            <a:r>
              <a:rPr lang="fr-CH" sz="2400" dirty="0"/>
              <a:t>Définir les </a:t>
            </a:r>
            <a:r>
              <a:rPr lang="fr-CH" sz="2400" dirty="0" err="1"/>
              <a:t>ROIs</a:t>
            </a:r>
            <a:r>
              <a:rPr lang="fr-CH" sz="2400" dirty="0"/>
              <a:t> relatives à un repère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46" y="4369808"/>
            <a:ext cx="5067300" cy="17716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571" y="3986869"/>
            <a:ext cx="2395903" cy="215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0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fr-CH" dirty="0"/>
              <a:t>Pour retourner les positions (</a:t>
            </a:r>
            <a:r>
              <a:rPr lang="fr-CH" dirty="0" err="1"/>
              <a:t>fixtures</a:t>
            </a:r>
            <a:r>
              <a:rPr lang="fr-CH" dirty="0"/>
              <a:t>) résultantes relatives à un repère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789040"/>
            <a:ext cx="3267075" cy="9334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919439"/>
            <a:ext cx="4572000" cy="8858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403" y="3140968"/>
            <a:ext cx="20193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84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Repère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Note: On ne peut pas directement </a:t>
            </a:r>
            <a:r>
              <a:rPr lang="fr-CH" sz="2800" dirty="0" err="1"/>
              <a:t>recupérer</a:t>
            </a:r>
            <a:r>
              <a:rPr lang="fr-CH" sz="2800" dirty="0"/>
              <a:t> les coordonnées X ou Y d’un </a:t>
            </a:r>
            <a:r>
              <a:rPr lang="fr-CH" sz="2800" dirty="0" err="1"/>
              <a:t>fixture</a:t>
            </a:r>
            <a:endParaRPr lang="fr-CH" sz="2800" dirty="0"/>
          </a:p>
          <a:p>
            <a:pPr lvl="1"/>
            <a:r>
              <a:rPr lang="fr-CH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MyFixture.X</a:t>
            </a:r>
            <a:r>
              <a:rPr lang="fr-CH" sz="2400" dirty="0"/>
              <a:t> </a:t>
            </a:r>
            <a:r>
              <a:rPr lang="fr-CH" sz="2400" dirty="0">
                <a:sym typeface="Wingdings" panose="05000000000000000000" pitchFamily="2" charset="2"/>
              </a:rPr>
              <a:t> ERROR!</a:t>
            </a:r>
          </a:p>
          <a:p>
            <a:pPr lvl="1"/>
            <a:endParaRPr lang="fr-CH" sz="2400" dirty="0">
              <a:sym typeface="Wingdings" panose="05000000000000000000" pitchFamily="2" charset="2"/>
            </a:endParaRPr>
          </a:p>
          <a:p>
            <a:r>
              <a:rPr lang="fr-CH" sz="2800" dirty="0">
                <a:sym typeface="Wingdings" panose="05000000000000000000" pitchFamily="2" charset="2"/>
              </a:rPr>
              <a:t>Il faut obtenir le point origine et extraire ses coordonnées</a:t>
            </a:r>
          </a:p>
          <a:p>
            <a:pPr lvl="1"/>
            <a:r>
              <a:rPr lang="fr-CH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 = POINT(</a:t>
            </a:r>
            <a:r>
              <a:rPr lang="fr-CH" sz="20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MyFixture</a:t>
            </a:r>
            <a:r>
              <a:rPr lang="fr-CH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fr-CH" sz="20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CoordX</a:t>
            </a:r>
            <a:r>
              <a:rPr lang="fr-CH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P.X</a:t>
            </a:r>
            <a:endParaRPr lang="fr-CH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0416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349</TotalTime>
  <Words>322</Words>
  <Application>Microsoft Office PowerPoint</Application>
  <PresentationFormat>Affichage à l'écran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Courier New</vt:lpstr>
      <vt:lpstr>Tahoma</vt:lpstr>
      <vt:lpstr>Wingdings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29</cp:revision>
  <dcterms:created xsi:type="dcterms:W3CDTF">2017-03-15T08:31:11Z</dcterms:created>
  <dcterms:modified xsi:type="dcterms:W3CDTF">2022-04-14T08:22:22Z</dcterms:modified>
</cp:coreProperties>
</file>