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64" r:id="rId5"/>
    <p:sldId id="259" r:id="rId6"/>
    <p:sldId id="265" r:id="rId7"/>
    <p:sldId id="266" r:id="rId8"/>
  </p:sldIdLst>
  <p:sldSz cx="13439775" cy="7559675"/>
  <p:notesSz cx="6797675" cy="9926638"/>
  <p:defaultTextStyle>
    <a:defPPr>
      <a:defRPr lang="fr-FR"/>
    </a:defPPr>
    <a:lvl1pPr marL="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5" userDrawn="1">
          <p15:clr>
            <a:srgbClr val="A4A3A4"/>
          </p15:clr>
        </p15:guide>
        <p15:guide id="2" pos="585" userDrawn="1">
          <p15:clr>
            <a:srgbClr val="A4A3A4"/>
          </p15:clr>
        </p15:guide>
        <p15:guide id="3" pos="37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17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3" autoAdjust="0"/>
  </p:normalViewPr>
  <p:slideViewPr>
    <p:cSldViewPr>
      <p:cViewPr varScale="1">
        <p:scale>
          <a:sx n="75" d="100"/>
          <a:sy n="75" d="100"/>
        </p:scale>
        <p:origin x="682" y="53"/>
      </p:cViewPr>
      <p:guideLst>
        <p:guide orient="horz" pos="1655"/>
        <p:guide pos="585"/>
        <p:guide pos="37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94FB5-C202-4B63-B1D6-C4202D7D1139}" type="datetimeFigureOut">
              <a:rPr lang="de-CH" smtClean="0"/>
              <a:t>24.10.2023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FB8E8-A79E-4FBB-8FA9-E88034DDC09A}" type="slidenum">
              <a:rPr lang="de-CH" smtClean="0"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0597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C87A5-EC57-48A1-98F4-0C433332F050}" type="datetimeFigureOut">
              <a:rPr lang="fr-CH" smtClean="0"/>
              <a:t>24.10.2023</a:t>
            </a:fld>
            <a:endParaRPr lang="fr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1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AB757-58AB-499D-A9D3-311C05BD52E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7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88000"/>
            <a:ext cx="13500000" cy="56881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CH" sz="1100" smtClean="0">
                <a:effectLst/>
              </a:defRPr>
            </a:lvl1pPr>
          </a:lstStyle>
          <a:p>
            <a:r>
              <a:rPr lang="fr-CH" dirty="0"/>
              <a:t>Image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45886" y="3985201"/>
            <a:ext cx="11735039" cy="873213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5207794" y="7050607"/>
            <a:ext cx="3024187" cy="401638"/>
          </a:xfrm>
        </p:spPr>
        <p:txBody>
          <a:bodyPr/>
          <a:lstStyle>
            <a:lvl1pPr algn="ctr">
              <a:defRPr/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uil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736805" y="3707829"/>
            <a:ext cx="11744120" cy="794466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5400" b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  <p:sp>
        <p:nvSpPr>
          <p:cNvPr id="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0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707173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6" y="6948189"/>
            <a:ext cx="1107509" cy="288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10503" y="2915742"/>
            <a:ext cx="8889704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0503" y="3496131"/>
            <a:ext cx="8889704" cy="3020010"/>
          </a:xfrm>
          <a:prstGeom prst="rect">
            <a:avLst/>
          </a:prstGeom>
        </p:spPr>
        <p:txBody>
          <a:bodyPr/>
          <a:lstStyle>
            <a:lvl1pPr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1" y="1245600"/>
            <a:ext cx="13439775" cy="15696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negativ avec bandeau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712436" y="3563813"/>
            <a:ext cx="8813421" cy="28083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  <a:p>
            <a:pPr lvl="0"/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-2" y="1188000"/>
            <a:ext cx="13680000" cy="1584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5" name="Rechteck 4"/>
          <p:cNvSpPr/>
          <p:nvPr userDrawn="1"/>
        </p:nvSpPr>
        <p:spPr>
          <a:xfrm>
            <a:off x="-1" y="2771725"/>
            <a:ext cx="13439775" cy="53283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0015" y="2800508"/>
            <a:ext cx="8805842" cy="396877"/>
          </a:xfrm>
          <a:prstGeom prst="rect">
            <a:avLst/>
          </a:prstGeom>
        </p:spPr>
        <p:txBody>
          <a:bodyPr/>
          <a:lstStyle>
            <a:lvl1pPr>
              <a:buNone/>
              <a:defRPr sz="2400" b="1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Titre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303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724042" y="1257979"/>
            <a:ext cx="11756883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724041" y="2411685"/>
            <a:ext cx="3830865" cy="3672408"/>
          </a:xfrm>
          <a:prstGeom prst="rect">
            <a:avLst/>
          </a:prstGeom>
        </p:spPr>
        <p:txBody>
          <a:bodyPr/>
          <a:lstStyle>
            <a:lvl1pPr indent="-3600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2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36717" y="1239823"/>
            <a:ext cx="11744208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736717" y="2267669"/>
            <a:ext cx="11744208" cy="4523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  <a:p>
            <a:pPr lvl="0"/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énumé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912251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énumération </a:t>
            </a:r>
            <a:endParaRPr lang="fr-CH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74689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 baseline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9643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6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photo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48157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3" hasCustomPrompt="1"/>
          </p:nvPr>
        </p:nvSpPr>
        <p:spPr>
          <a:xfrm>
            <a:off x="815231" y="2448157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Photo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782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79" y="1238121"/>
            <a:ext cx="1095804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diagramme</a:t>
            </a:r>
            <a:endParaRPr lang="fr-CH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4" name="Diagrammplatzhalter 3"/>
          <p:cNvSpPr>
            <a:spLocks noGrp="1"/>
          </p:cNvSpPr>
          <p:nvPr>
            <p:ph type="ch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Diagramme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056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Exc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</a:t>
            </a:r>
            <a:r>
              <a:rPr lang="fr-FR" dirty="0" err="1"/>
              <a:t>excel</a:t>
            </a:r>
            <a:endParaRPr lang="fr-CH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Tableau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528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média</a:t>
            </a:r>
            <a:endParaRPr lang="fr-CH" dirty="0"/>
          </a:p>
        </p:txBody>
      </p:sp>
      <p:sp>
        <p:nvSpPr>
          <p:cNvPr id="4" name="Medienplatzhalt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836401" y="2411685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Média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732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27326" y="1060455"/>
            <a:ext cx="11829802" cy="11094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 sz="2053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704180" y="1238121"/>
            <a:ext cx="10875667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 avec Image Online</a:t>
            </a:r>
            <a:endParaRPr lang="fr-CH" dirty="0"/>
          </a:p>
        </p:txBody>
      </p:sp>
      <p:sp>
        <p:nvSpPr>
          <p:cNvPr id="3" name="Onlinebild-Platzhalter 2"/>
          <p:cNvSpPr>
            <a:spLocks noGrp="1"/>
          </p:cNvSpPr>
          <p:nvPr>
            <p:ph type="clipArt" sz="quarter" idx="13" hasCustomPrompt="1"/>
          </p:nvPr>
        </p:nvSpPr>
        <p:spPr>
          <a:xfrm>
            <a:off x="836401" y="2411561"/>
            <a:ext cx="5220000" cy="42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H" dirty="0"/>
              <a:t>Image Online</a:t>
            </a:r>
          </a:p>
        </p:txBody>
      </p:sp>
      <p:sp>
        <p:nvSpPr>
          <p:cNvPr id="6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59847" y="2420015"/>
            <a:ext cx="5220000" cy="4212000"/>
          </a:xfrm>
          <a:prstGeom prst="rect">
            <a:avLst/>
          </a:prstGeom>
        </p:spPr>
        <p:txBody>
          <a:bodyPr/>
          <a:lstStyle>
            <a:lvl1pPr marL="0" indent="0">
              <a:buFont typeface="Tahoma" pitchFamily="34" charset="0"/>
              <a:buNone/>
              <a:defRPr sz="1600" b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2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6904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gran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671215" y="1239823"/>
            <a:ext cx="11810626" cy="793667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4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Image seule</a:t>
            </a:r>
            <a:endParaRPr lang="fr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836400" y="2339976"/>
            <a:ext cx="11645441" cy="460851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1"/>
            <a:ext cx="13439775" cy="755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sz="2053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‹N°›</a:t>
            </a:fld>
            <a:endParaRPr lang="fr-C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717" y="251362"/>
            <a:ext cx="3516810" cy="7488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>
          <a:xfrm>
            <a:off x="5207794" y="7050607"/>
            <a:ext cx="3024187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1E097-842E-4A65-BD31-5DCB95822435}" type="slidenum">
              <a:rPr lang="fr-CH" smtClean="0"/>
              <a:pPr/>
              <a:t>‹N°›</a:t>
            </a:fld>
            <a:endParaRPr lang="fr-CH" dirty="0"/>
          </a:p>
        </p:txBody>
      </p:sp>
      <p:pic>
        <p:nvPicPr>
          <p:cNvPr id="5" name="Picture 2" descr="C:\Users\delphine.vantiegh\Desktop\hessso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0527" y="7050607"/>
            <a:ext cx="720000" cy="30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8" r:id="rId4"/>
    <p:sldLayoutId id="2147483651" r:id="rId5"/>
    <p:sldLayoutId id="2147483655" r:id="rId6"/>
    <p:sldLayoutId id="2147483653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2" r:id="rId13"/>
    <p:sldLayoutId id="2147483656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04" userDrawn="1">
          <p15:clr>
            <a:srgbClr val="F26B43"/>
          </p15:clr>
        </p15:guide>
        <p15:guide id="2" pos="78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sz="2500" dirty="0"/>
              <a:t>Exercice Analyse QFN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H" sz="1600" dirty="0"/>
          </a:p>
        </p:txBody>
      </p:sp>
      <p:pic>
        <p:nvPicPr>
          <p:cNvPr id="15" name="Bildplatzhalter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0" b="41260"/>
          <a:stretch>
            <a:fillRect/>
          </a:stretch>
        </p:blipFill>
        <p:spPr/>
      </p:pic>
      <p:sp>
        <p:nvSpPr>
          <p:cNvPr id="2" name="Espace réservé du numéro de diapositive 1"/>
          <p:cNvSpPr>
            <a:spLocks noGrp="1"/>
          </p:cNvSpPr>
          <p:nvPr>
            <p:ph type="sldNum" sz="quarter" idx="13"/>
          </p:nvPr>
        </p:nvSpPr>
        <p:spPr>
          <a:xfrm>
            <a:off x="5207794" y="7050607"/>
            <a:ext cx="3024187" cy="401638"/>
          </a:xfrm>
        </p:spPr>
        <p:txBody>
          <a:bodyPr/>
          <a:lstStyle/>
          <a:p>
            <a:pPr algn="ctr"/>
            <a:fld id="{32B1E097-842E-4A65-BD31-5DCB95822435}" type="slidenum">
              <a:rPr lang="fr-CH" smtClean="0"/>
              <a:pPr algn="ctr"/>
              <a:t>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68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Images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Séparer les images top/</a:t>
            </a:r>
            <a:r>
              <a:rPr lang="fr-CH" dirty="0" err="1"/>
              <a:t>bottom</a:t>
            </a:r>
            <a:r>
              <a:rPr lang="fr-CH" dirty="0"/>
              <a:t> dans 2 dossiers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dirty="0"/>
              <a:t>On va simuler 2 caméras, comme si chacune voyait un coté des </a:t>
            </a:r>
            <a:r>
              <a:rPr lang="fr-CH" dirty="0" err="1"/>
              <a:t>QNFs</a:t>
            </a:r>
            <a:endParaRPr lang="fr-CH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Créer une calibration applicable aux 2 caméras.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5207794" y="7050607"/>
            <a:ext cx="3024187" cy="401638"/>
          </a:xfrm>
        </p:spPr>
        <p:txBody>
          <a:bodyPr/>
          <a:lstStyle/>
          <a:p>
            <a:pPr algn="ctr"/>
            <a:fld id="{32B1E097-842E-4A65-BD31-5DCB95822435}" type="slidenum">
              <a:rPr lang="fr-CH" smtClean="0"/>
              <a:pPr algn="ctr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568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3C43B0E-A6E5-5CB8-3D5D-76E32D4AB9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Analyse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E4676A-F038-080A-6B5C-BFF2FA995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Côté </a:t>
            </a:r>
            <a:r>
              <a:rPr lang="fr-CH" dirty="0" err="1"/>
              <a:t>bottom</a:t>
            </a:r>
            <a:r>
              <a:rPr lang="fr-CH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Largeur des pattes b. Vérifier les tolérances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Pitch (pas) e de toutes les pattes. Vérifier les tolérances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Centrage des pattes par rapport au boitier (</a:t>
            </a:r>
            <a:r>
              <a:rPr lang="fr-CH" dirty="0" err="1"/>
              <a:t>datum</a:t>
            </a:r>
            <a:r>
              <a:rPr lang="fr-CH" dirty="0"/>
              <a:t> A,B). Vérifier les tolérances.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Centrage du radiateur par rapport au boitier (</a:t>
            </a:r>
            <a:r>
              <a:rPr lang="fr-CH" dirty="0" err="1"/>
              <a:t>datum</a:t>
            </a:r>
            <a:r>
              <a:rPr lang="fr-CH" dirty="0"/>
              <a:t> A, B). Vérifier les tolérances.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dirty="0"/>
          </a:p>
          <a:p>
            <a:r>
              <a:rPr lang="fr-CH" dirty="0"/>
              <a:t>Côté top: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Segmentation des caractères avec </a:t>
            </a:r>
            <a:r>
              <a:rPr lang="fr-CH" dirty="0" err="1"/>
              <a:t>tophat</a:t>
            </a:r>
            <a:r>
              <a:rPr lang="fr-CH" dirty="0"/>
              <a:t>: </a:t>
            </a:r>
            <a:r>
              <a:rPr lang="fr-CH" dirty="0" err="1"/>
              <a:t>elimination</a:t>
            </a:r>
            <a:r>
              <a:rPr lang="fr-CH" dirty="0"/>
              <a:t> du bruit, amélioration du contraste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Comptage du nombre de caractères.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dirty="0"/>
              <a:t>Détection du logo/pin1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8ED4AC-0318-DBEA-65DF-AEAF3C82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1822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68BFAA8-FCD3-27B2-B4EE-2F266A914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Cotes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3548F3-C30B-438E-C3FF-B913EAC7E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02CF30-2D18-2E0C-34C6-8F5BED63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E097-842E-4A65-BD31-5DCB95822435}" type="slidenum">
              <a:rPr lang="fr-CH" smtClean="0"/>
              <a:t>4</a:t>
            </a:fld>
            <a:endParaRPr lang="fr-CH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86DB75A-D35D-3C91-3DD1-1A234D84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407" y="225327"/>
            <a:ext cx="5916549" cy="684463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7EBB6EF-8E38-E7F4-A6B5-10F5B66AE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710" y="4427910"/>
            <a:ext cx="4636029" cy="25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1572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">
  <a:themeElements>
    <a:clrScheme name="ARC">
      <a:dk1>
        <a:srgbClr val="FF0000"/>
      </a:dk1>
      <a:lt1>
        <a:sysClr val="window" lastClr="FFFFFF"/>
      </a:lt1>
      <a:dk2>
        <a:srgbClr val="87888A"/>
      </a:dk2>
      <a:lt2>
        <a:srgbClr val="FFFFFF"/>
      </a:lt2>
      <a:accent1>
        <a:srgbClr val="FF0000"/>
      </a:accent1>
      <a:accent2>
        <a:srgbClr val="EF8214"/>
      </a:accent2>
      <a:accent3>
        <a:srgbClr val="E60062"/>
      </a:accent3>
      <a:accent4>
        <a:srgbClr val="008AC9"/>
      </a:accent4>
      <a:accent5>
        <a:srgbClr val="7BAA20"/>
      </a:accent5>
      <a:accent6>
        <a:srgbClr val="87888A"/>
      </a:accent6>
      <a:hlink>
        <a:srgbClr val="0000FF"/>
      </a:hlink>
      <a:folHlink>
        <a:srgbClr val="800080"/>
      </a:folHlink>
    </a:clrScheme>
    <a:fontScheme name="AR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C625C85-1FB1-436E-AB53-074293AD4627}" vid="{F7C4FF43-EB88-4BC7-A9E2-74D6983698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D6563C55D2444595C293AD8EF07A40" ma:contentTypeVersion="0" ma:contentTypeDescription="Crée un document." ma:contentTypeScope="" ma:versionID="d05b291baec1e63e3dca37edc8af2d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3d6ca9f312fcd1c0ab10337cdbdb72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E8C9F8-871A-4361-9850-791EBEC5A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AEF68C1-01EB-4AE8-B17A-E69D60B9D0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24864-2B1D-4CD9-BD2B-74D8F81C30AC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Format 16-9e</Template>
  <TotalTime>43</TotalTime>
  <Words>126</Words>
  <Application>Microsoft Office PowerPoint</Application>
  <PresentationFormat>Personnalisé</PresentationFormat>
  <Paragraphs>31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Tahoma</vt:lpstr>
      <vt:lpstr>Presentation Arc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2</cp:revision>
  <cp:lastPrinted>2017-05-24T12:12:52Z</cp:lastPrinted>
  <dcterms:created xsi:type="dcterms:W3CDTF">2023-10-24T12:11:22Z</dcterms:created>
  <dcterms:modified xsi:type="dcterms:W3CDTF">2023-10-24T12:55:05Z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0x0101000ED6563C55D2444595C293AD8EF07A40</vt:lpwstr>
  </property>
</Properties>
</file>