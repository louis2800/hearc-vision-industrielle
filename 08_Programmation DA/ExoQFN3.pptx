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64" r:id="rId5"/>
    <p:sldId id="267" r:id="rId6"/>
    <p:sldId id="268" r:id="rId7"/>
    <p:sldId id="269" r:id="rId8"/>
  </p:sldIdLst>
  <p:sldSz cx="13439775" cy="7559675"/>
  <p:notesSz cx="6797675" cy="9926638"/>
  <p:defaultTextStyle>
    <a:defPPr>
      <a:defRPr lang="fr-FR"/>
    </a:defPPr>
    <a:lvl1pPr marL="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5" userDrawn="1">
          <p15:clr>
            <a:srgbClr val="A4A3A4"/>
          </p15:clr>
        </p15:guide>
        <p15:guide id="2" pos="585" userDrawn="1">
          <p15:clr>
            <a:srgbClr val="A4A3A4"/>
          </p15:clr>
        </p15:guide>
        <p15:guide id="3" pos="37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17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3" autoAdjust="0"/>
  </p:normalViewPr>
  <p:slideViewPr>
    <p:cSldViewPr>
      <p:cViewPr varScale="1">
        <p:scale>
          <a:sx n="75" d="100"/>
          <a:sy n="75" d="100"/>
        </p:scale>
        <p:origin x="682" y="53"/>
      </p:cViewPr>
      <p:guideLst>
        <p:guide orient="horz" pos="1655"/>
        <p:guide pos="585"/>
        <p:guide pos="37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94FB5-C202-4B63-B1D6-C4202D7D1139}" type="datetimeFigureOut">
              <a:rPr lang="de-CH" smtClean="0"/>
              <a:t>07.11.2023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FB8E8-A79E-4FBB-8FA9-E88034DDC09A}" type="slidenum">
              <a:rPr lang="de-CH" smtClean="0"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0597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C87A5-EC57-48A1-98F4-0C433332F050}" type="datetimeFigureOut">
              <a:rPr lang="fr-CH" smtClean="0"/>
              <a:t>07.11.2023</a:t>
            </a:fld>
            <a:endParaRPr lang="fr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AB757-58AB-499D-A9D3-311C05BD52E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7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88000"/>
            <a:ext cx="13500000" cy="56881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CH" sz="1100" smtClean="0">
                <a:effectLst/>
              </a:defRPr>
            </a:lvl1pPr>
          </a:lstStyle>
          <a:p>
            <a:r>
              <a:rPr lang="fr-CH" dirty="0"/>
              <a:t>Image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45886" y="3985201"/>
            <a:ext cx="11735039" cy="873213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5207794" y="7050607"/>
            <a:ext cx="3024187" cy="401638"/>
          </a:xfrm>
        </p:spPr>
        <p:txBody>
          <a:bodyPr/>
          <a:lstStyle>
            <a:lvl1pPr algn="ctr">
              <a:defRPr/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736805" y="3707829"/>
            <a:ext cx="11744120" cy="794466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0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707173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10503" y="2915742"/>
            <a:ext cx="8889704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0503" y="3496131"/>
            <a:ext cx="8889704" cy="3020010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1" y="1245600"/>
            <a:ext cx="13439775" cy="15696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negativ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2436" y="3563813"/>
            <a:ext cx="8813421" cy="28083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  <a:p>
            <a:pPr lvl="0"/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2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5" name="Rechteck 4"/>
          <p:cNvSpPr/>
          <p:nvPr userDrawn="1"/>
        </p:nvSpPr>
        <p:spPr>
          <a:xfrm>
            <a:off x="-1" y="2771725"/>
            <a:ext cx="13439775" cy="5328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0015" y="2800508"/>
            <a:ext cx="8805842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303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4042" y="1257979"/>
            <a:ext cx="11756883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724041" y="2411685"/>
            <a:ext cx="3830865" cy="3672408"/>
          </a:xfrm>
          <a:prstGeom prst="rect">
            <a:avLst/>
          </a:prstGeom>
        </p:spPr>
        <p:txBody>
          <a:bodyPr/>
          <a:lstStyle>
            <a:lvl1pPr indent="-360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2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36717" y="1239823"/>
            <a:ext cx="11744208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736717" y="2267669"/>
            <a:ext cx="11744208" cy="4523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énumé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912251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énumération </a:t>
            </a:r>
            <a:endParaRPr lang="fr-CH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74689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 baseline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9643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photo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48157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3" hasCustomPrompt="1"/>
          </p:nvPr>
        </p:nvSpPr>
        <p:spPr>
          <a:xfrm>
            <a:off x="815231" y="2448157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Photo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782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79" y="1238121"/>
            <a:ext cx="1095804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diagramme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4" name="Diagrammplatzhalter 3"/>
          <p:cNvSpPr>
            <a:spLocks noGrp="1"/>
          </p:cNvSpPr>
          <p:nvPr>
            <p:ph type="ch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Diagramme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056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Exc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</a:t>
            </a:r>
            <a:r>
              <a:rPr lang="fr-FR" dirty="0" err="1"/>
              <a:t>excel</a:t>
            </a:r>
            <a:endParaRPr lang="fr-CH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Tableau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528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média</a:t>
            </a:r>
            <a:endParaRPr lang="fr-CH" dirty="0"/>
          </a:p>
        </p:txBody>
      </p:sp>
      <p:sp>
        <p:nvSpPr>
          <p:cNvPr id="4" name="Medienplatzhalt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Média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732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Image Online</a:t>
            </a:r>
            <a:endParaRPr lang="fr-CH" dirty="0"/>
          </a:p>
        </p:txBody>
      </p:sp>
      <p:sp>
        <p:nvSpPr>
          <p:cNvPr id="3" name="Onlinebild-Platzhalter 2"/>
          <p:cNvSpPr>
            <a:spLocks noGrp="1"/>
          </p:cNvSpPr>
          <p:nvPr>
            <p:ph type="clip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Image Online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6904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gran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671215" y="1239823"/>
            <a:ext cx="11810626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Image seule</a:t>
            </a:r>
            <a:endParaRPr lang="fr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836400" y="2339976"/>
            <a:ext cx="11645441" cy="460851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1"/>
            <a:ext cx="13439775" cy="755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717" y="251362"/>
            <a:ext cx="3516810" cy="7488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>
          <a:xfrm>
            <a:off x="5207794" y="7050607"/>
            <a:ext cx="3024187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  <p:pic>
        <p:nvPicPr>
          <p:cNvPr id="5" name="Picture 2" descr="C:\Users\delphine.vantiegh\Desktop\hessso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0527" y="7050607"/>
            <a:ext cx="720000" cy="30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8" r:id="rId4"/>
    <p:sldLayoutId id="2147483651" r:id="rId5"/>
    <p:sldLayoutId id="2147483655" r:id="rId6"/>
    <p:sldLayoutId id="2147483653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2" r:id="rId13"/>
    <p:sldLayoutId id="2147483656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04" userDrawn="1">
          <p15:clr>
            <a:srgbClr val="F26B43"/>
          </p15:clr>
        </p15:guide>
        <p15:guide id="2" pos="78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sz="2500" dirty="0"/>
              <a:t>Exercice Analyse QFN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1600" dirty="0"/>
              <a:t>Partie 3: Programmation</a:t>
            </a:r>
          </a:p>
        </p:txBody>
      </p:sp>
      <p:pic>
        <p:nvPicPr>
          <p:cNvPr id="15" name="Bildplatzhalter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0" b="41260"/>
          <a:stretch>
            <a:fillRect/>
          </a:stretch>
        </p:blipFill>
        <p:spPr/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>
          <a:xfrm>
            <a:off x="5207794" y="7050607"/>
            <a:ext cx="3024187" cy="401638"/>
          </a:xfrm>
        </p:spPr>
        <p:txBody>
          <a:bodyPr/>
          <a:lstStyle/>
          <a:p>
            <a:pPr algn="ctr"/>
            <a:fld id="{32B1E097-842E-4A65-BD31-5DCB95822435}" type="slidenum">
              <a:rPr lang="fr-CH" smtClean="0"/>
              <a:pPr algn="ctr"/>
              <a:t>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68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1F43FA9-4C20-9560-D3A7-B835212201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45DC07-C7AA-EF85-0633-74754DB82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Suite de l’exercice d’inspection QFN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FC0A8-940F-5DC8-4E12-487D31E1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0123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8A78A61-DEC7-F799-0A35-47638ABA56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Programmation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2B2D2-BC1C-8367-6A51-3761DDACAE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Programmer un </a:t>
            </a:r>
            <a:r>
              <a:rPr lang="fr-CH" dirty="0" err="1"/>
              <a:t>subflowchart</a:t>
            </a:r>
            <a:r>
              <a:rPr lang="fr-CH" dirty="0"/>
              <a:t> pour inspecter les pins d’un côté 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400" dirty="0"/>
              <a:t>Inputs: Repère, ROI, Image, nombre de pins…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400" dirty="0"/>
              <a:t>Outputs: </a:t>
            </a:r>
            <a:r>
              <a:rPr lang="fr-CH" sz="2400" dirty="0" err="1"/>
              <a:t>array</a:t>
            </a:r>
            <a:r>
              <a:rPr lang="fr-CH" sz="2400"/>
              <a:t> des </a:t>
            </a:r>
            <a:r>
              <a:rPr lang="fr-CH" sz="2400" dirty="0"/>
              <a:t>largeurs des pins, </a:t>
            </a:r>
            <a:r>
              <a:rPr lang="fr-CH" sz="2400" dirty="0" err="1"/>
              <a:t>status</a:t>
            </a: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Intégrer le </a:t>
            </a:r>
            <a:r>
              <a:rPr lang="fr-CH" dirty="0" err="1"/>
              <a:t>subflowchart</a:t>
            </a:r>
            <a:r>
              <a:rPr lang="fr-CH" dirty="0"/>
              <a:t> dans le programme principal dans une boucle pour mesurer les 4 côtés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400" dirty="0"/>
              <a:t>Collecter les résultats de tous les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Utiliser un </a:t>
            </a:r>
            <a:r>
              <a:rPr lang="fr-CH" dirty="0" err="1"/>
              <a:t>step</a:t>
            </a:r>
            <a:r>
              <a:rPr lang="fr-CH" dirty="0"/>
              <a:t> Switch pour exécuter la calibration si une grille est détectée.</a:t>
            </a:r>
            <a:endParaRPr lang="fr-CH" sz="2000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fr-CH" dirty="0"/>
          </a:p>
          <a:p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ECD171-6125-A6A4-0936-46F1300B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5214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8A78A61-DEC7-F799-0A35-47638ABA56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Interface opérateur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2B2D2-BC1C-8367-6A51-3761DDACAE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Bouton «Next» pour passer à la pièce suivante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Afficher les valeurs moyenne et max des largeurs des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Afficher le numéro du pin de largeur max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Voyant </a:t>
            </a:r>
            <a:r>
              <a:rPr lang="fr-CH" sz="2000" dirty="0" err="1"/>
              <a:t>Pass</a:t>
            </a:r>
            <a:r>
              <a:rPr lang="fr-CH" sz="2000" dirty="0"/>
              <a:t>/Fail si toutes les largeurs sont dans les tolérances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Bouton «Save» pour sauvegarder image en cours avec nom de fichier défini par utilisateur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ECD171-6125-A6A4-0936-46F1300B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262435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">
  <a:themeElements>
    <a:clrScheme name="ARC">
      <a:dk1>
        <a:srgbClr val="FF0000"/>
      </a:dk1>
      <a:lt1>
        <a:sysClr val="window" lastClr="FFFFFF"/>
      </a:lt1>
      <a:dk2>
        <a:srgbClr val="87888A"/>
      </a:dk2>
      <a:lt2>
        <a:srgbClr val="FFFFFF"/>
      </a:lt2>
      <a:accent1>
        <a:srgbClr val="FF0000"/>
      </a:accent1>
      <a:accent2>
        <a:srgbClr val="EF8214"/>
      </a:accent2>
      <a:accent3>
        <a:srgbClr val="E60062"/>
      </a:accent3>
      <a:accent4>
        <a:srgbClr val="008AC9"/>
      </a:accent4>
      <a:accent5>
        <a:srgbClr val="7BAA20"/>
      </a:accent5>
      <a:accent6>
        <a:srgbClr val="87888A"/>
      </a:accent6>
      <a:hlink>
        <a:srgbClr val="0000FF"/>
      </a:hlink>
      <a:folHlink>
        <a:srgbClr val="800080"/>
      </a:folHlink>
    </a:clrScheme>
    <a:fontScheme name="AR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C625C85-1FB1-436E-AB53-074293AD4627}" vid="{F7C4FF43-EB88-4BC7-A9E2-74D6983698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D6563C55D2444595C293AD8EF07A40" ma:contentTypeVersion="0" ma:contentTypeDescription="Crée un document." ma:contentTypeScope="" ma:versionID="d05b291baec1e63e3dca37edc8af2d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3d6ca9f312fcd1c0ab10337cdbdb72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E8C9F8-871A-4361-9850-791EBEC5A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AEF68C1-01EB-4AE8-B17A-E69D60B9D0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24864-2B1D-4CD9-BD2B-74D8F81C30AC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Format 16-9e</Template>
  <TotalTime>82</TotalTime>
  <Words>141</Words>
  <Application>Microsoft Office PowerPoint</Application>
  <PresentationFormat>Personnalisé</PresentationFormat>
  <Paragraphs>23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Tahoma</vt:lpstr>
      <vt:lpstr>Presentation Arc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6</cp:revision>
  <cp:lastPrinted>2017-05-24T12:12:52Z</cp:lastPrinted>
  <dcterms:created xsi:type="dcterms:W3CDTF">2023-10-24T12:11:22Z</dcterms:created>
  <dcterms:modified xsi:type="dcterms:W3CDTF">2023-11-07T14:00:25Z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0x0101000ED6563C55D2444595C293AD8EF07A40</vt:lpwstr>
  </property>
</Properties>
</file>