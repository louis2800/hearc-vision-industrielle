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1F50"/>
    <a:srgbClr val="707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43" autoAdjust="0"/>
  </p:normalViewPr>
  <p:slideViewPr>
    <p:cSldViewPr>
      <p:cViewPr varScale="1">
        <p:scale>
          <a:sx n="73" d="100"/>
          <a:sy n="73" d="100"/>
        </p:scale>
        <p:origin x="8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GrisBienvenu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2492375"/>
            <a:ext cx="7704138" cy="79216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916113"/>
            <a:ext cx="7704138" cy="7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915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28548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Thème 1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2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3</a:t>
            </a:r>
          </a:p>
          <a:p>
            <a:pPr lvl="0"/>
            <a:r>
              <a:rPr lang="fr-CH" dirty="0"/>
              <a:t>Thème 4</a:t>
            </a:r>
          </a:p>
          <a:p>
            <a:pPr lvl="0"/>
            <a:r>
              <a:rPr lang="fr-CH" dirty="0"/>
              <a:t>Thème 5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4612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FR" dirty="0"/>
              <a:t>Thème 6</a:t>
            </a:r>
          </a:p>
          <a:p>
            <a:pPr lvl="1"/>
            <a:r>
              <a:rPr lang="fr-CH" b="1" dirty="0">
                <a:solidFill>
                  <a:srgbClr val="707173"/>
                </a:solidFill>
              </a:rPr>
              <a:t>Sous-thème</a:t>
            </a:r>
          </a:p>
          <a:p>
            <a:pPr lvl="2"/>
            <a:endParaRPr lang="fr-CH" b="1" dirty="0">
              <a:solidFill>
                <a:srgbClr val="707173"/>
              </a:solidFill>
            </a:endParaRPr>
          </a:p>
          <a:p>
            <a:pPr lvl="0"/>
            <a:r>
              <a:rPr lang="fr-CH" dirty="0"/>
              <a:t>Thème 7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8</a:t>
            </a:r>
          </a:p>
          <a:p>
            <a:pPr lvl="0"/>
            <a:r>
              <a:rPr lang="fr-CH" dirty="0"/>
              <a:t>Thème 9</a:t>
            </a:r>
          </a:p>
          <a:p>
            <a:pPr lvl="0"/>
            <a:r>
              <a:rPr lang="fr-CH" dirty="0"/>
              <a:t>Thème 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059200"/>
            <a:ext cx="7704000" cy="410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123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1728000" y="2170800"/>
            <a:ext cx="3124800" cy="1656829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068800" y="2170800"/>
            <a:ext cx="3124800" cy="1656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Vide</a:t>
            </a:r>
            <a:endParaRPr lang="fr-CH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CH"/>
          </a:p>
        </p:txBody>
      </p:sp>
      <p:pic>
        <p:nvPicPr>
          <p:cNvPr id="6" name="Image 5" descr="ING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7889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58775" y="962025"/>
            <a:ext cx="8048625" cy="39020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00" y="5050800"/>
            <a:ext cx="4827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Avec image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1800000" y="5410800"/>
            <a:ext cx="482760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sz="9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</a:t>
            </a:r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1800000" y="961200"/>
            <a:ext cx="6624000" cy="3740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0"/>
            <a:ext cx="9144000" cy="686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3" r:id="rId5"/>
    <p:sldLayoutId id="2147483652" r:id="rId6"/>
    <p:sldLayoutId id="2147483656" r:id="rId7"/>
    <p:sldLayoutId id="2147483654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DA: </a:t>
            </a:r>
            <a:r>
              <a:rPr lang="fr-CH" dirty="0" err="1"/>
              <a:t>Other</a:t>
            </a:r>
            <a:r>
              <a:rPr lang="fr-CH" dirty="0"/>
              <a:t> </a:t>
            </a:r>
            <a:r>
              <a:rPr lang="fr-CH" dirty="0" err="1"/>
              <a:t>Steps</a:t>
            </a:r>
            <a:endParaRPr lang="fr-CH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Utility </a:t>
            </a:r>
            <a:r>
              <a:rPr lang="fr-CH" dirty="0" err="1"/>
              <a:t>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65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E5CE1C6-EBD4-42C4-A6AF-021890F48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TextWriter</a:t>
            </a:r>
            <a:endParaRPr lang="fr-CH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C7B5FE-2C18-4EB4-A7DF-3A68BE25AE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CH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1D00C58-8EEE-4DAE-A576-380995C22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527" y="4394033"/>
            <a:ext cx="5174729" cy="177917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C0D7DA0-ECD9-464E-B566-06AD2839F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534812"/>
            <a:ext cx="1657350" cy="31527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06B02A3-B0E0-4CEC-A25F-5FF4E23E3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527" y="2534812"/>
            <a:ext cx="2614439" cy="1323438"/>
          </a:xfrm>
          <a:prstGeom prst="rect">
            <a:avLst/>
          </a:prstGeom>
        </p:spPr>
      </p:pic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A6EB42C0-C02A-4361-9B9A-F0064F844A23}"/>
              </a:ext>
            </a:extLst>
          </p:cNvPr>
          <p:cNvSpPr/>
          <p:nvPr/>
        </p:nvSpPr>
        <p:spPr>
          <a:xfrm>
            <a:off x="2207530" y="3031824"/>
            <a:ext cx="64690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66E2E453-B38F-4A42-99C7-1D887F187536}"/>
              </a:ext>
            </a:extLst>
          </p:cNvPr>
          <p:cNvSpPr/>
          <p:nvPr/>
        </p:nvSpPr>
        <p:spPr>
          <a:xfrm>
            <a:off x="2207530" y="5283621"/>
            <a:ext cx="64690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8011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TextReader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03" y="2996952"/>
            <a:ext cx="1064419" cy="243601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988840"/>
            <a:ext cx="2823210" cy="1268730"/>
          </a:xfrm>
          <a:prstGeom prst="rect">
            <a:avLst/>
          </a:prstGeom>
        </p:spPr>
      </p:pic>
      <p:sp>
        <p:nvSpPr>
          <p:cNvPr id="7" name="Flèche droite 6"/>
          <p:cNvSpPr/>
          <p:nvPr/>
        </p:nvSpPr>
        <p:spPr>
          <a:xfrm rot="20464142">
            <a:off x="1641048" y="2643215"/>
            <a:ext cx="131229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èche droite 8"/>
          <p:cNvSpPr/>
          <p:nvPr/>
        </p:nvSpPr>
        <p:spPr>
          <a:xfrm rot="20753495">
            <a:off x="1665467" y="3880020"/>
            <a:ext cx="131229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643" y="3429000"/>
            <a:ext cx="2737485" cy="134302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8" y="4895741"/>
            <a:ext cx="2623185" cy="1154430"/>
          </a:xfrm>
          <a:prstGeom prst="rect">
            <a:avLst/>
          </a:prstGeom>
        </p:spPr>
      </p:pic>
      <p:sp>
        <p:nvSpPr>
          <p:cNvPr id="12" name="Flèche droite 11"/>
          <p:cNvSpPr/>
          <p:nvPr/>
        </p:nvSpPr>
        <p:spPr>
          <a:xfrm rot="2071356">
            <a:off x="1403181" y="4935550"/>
            <a:ext cx="156499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749" y="2612901"/>
            <a:ext cx="2409825" cy="600075"/>
          </a:xfrm>
          <a:prstGeom prst="rect">
            <a:avLst/>
          </a:prstGeom>
        </p:spPr>
      </p:pic>
      <p:sp>
        <p:nvSpPr>
          <p:cNvPr id="15" name="Flèche droite 14"/>
          <p:cNvSpPr/>
          <p:nvPr/>
        </p:nvSpPr>
        <p:spPr>
          <a:xfrm rot="452963">
            <a:off x="3775005" y="2732646"/>
            <a:ext cx="2029829" cy="592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0112" y="4522241"/>
            <a:ext cx="2976563" cy="164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69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E85EAE9-EB8D-4DF6-A001-3C0F1823FE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ImageWriter</a:t>
            </a:r>
            <a:endParaRPr lang="fr-CH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06D5D0-EB60-45EA-9C70-EE349CA985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Sauvegarde d’images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868C436-0A43-40AA-A45A-787CC99CC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654667"/>
            <a:ext cx="6519068" cy="354313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F04664D-BA26-4F72-B063-07442FEB0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802" y="1222806"/>
            <a:ext cx="1333500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027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954AC9F-15F6-4093-905A-D8878BCF52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TimeStamp</a:t>
            </a:r>
            <a:endParaRPr lang="fr-CH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942477-4728-4B63-840D-0001934AF7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Résultat de type timestamp</a:t>
            </a: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Les </a:t>
            </a:r>
            <a:r>
              <a:rPr lang="fr-CH" sz="2400" dirty="0" err="1"/>
              <a:t>steps</a:t>
            </a:r>
            <a:r>
              <a:rPr lang="fr-CH" sz="2400" dirty="0"/>
              <a:t> </a:t>
            </a:r>
            <a:r>
              <a:rPr lang="fr-CH" sz="2400" i="1" dirty="0"/>
              <a:t>Camera</a:t>
            </a:r>
            <a:r>
              <a:rPr lang="fr-CH" sz="2400" dirty="0"/>
              <a:t> et </a:t>
            </a:r>
            <a:r>
              <a:rPr lang="fr-CH" sz="2400" i="1" dirty="0" err="1"/>
              <a:t>Status</a:t>
            </a:r>
            <a:r>
              <a:rPr lang="fr-CH" sz="2400" dirty="0"/>
              <a:t> possèdent déjà un résultat Time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B992A28-8278-4628-9C45-AEC4B2CB6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564" y="1198994"/>
            <a:ext cx="1323975" cy="5715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B035A65-012A-413E-8C41-FDA3068BB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352" y="2695203"/>
            <a:ext cx="5029200" cy="9334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C3008DB-0BD6-40C1-BB30-F9A19BFDF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989" y="2780928"/>
            <a:ext cx="147637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82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650E7B5-C783-4186-9960-662F670540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Counter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83AC02-ABFB-4595-B83C-3D543ACEAB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Incrémente un compteur local (disponible comme résultat) à chaque passage</a:t>
            </a:r>
          </a:p>
          <a:p>
            <a:endParaRPr lang="fr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Les boucles possèdent déjà son compteur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On peut aussi utiliser </a:t>
            </a:r>
            <a:r>
              <a:rPr lang="fr-CH" sz="2400" dirty="0" err="1"/>
              <a:t>Status</a:t>
            </a:r>
            <a:r>
              <a:rPr lang="fr-CH" sz="2400" dirty="0"/>
              <a:t> ou une variable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2B447FC-D978-44B6-9D74-FD56F0656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565" y="1127372"/>
            <a:ext cx="1304925" cy="56197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014A783-EF4B-4855-8E58-A47FB1E51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031" y="3140968"/>
            <a:ext cx="1764521" cy="161041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DB03531-BA2F-4A73-BB6C-74A21CFE7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545" y="1117847"/>
            <a:ext cx="13239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79264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 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Arc ING</Template>
  <TotalTime>183</TotalTime>
  <Words>53</Words>
  <Application>Microsoft Office PowerPoint</Application>
  <PresentationFormat>Affichage à l'écran (4:3)</PresentationFormat>
  <Paragraphs>21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ＭＳ Ｐゴシック</vt:lpstr>
      <vt:lpstr>Arial</vt:lpstr>
      <vt:lpstr>Calibri</vt:lpstr>
      <vt:lpstr>Tahoma</vt:lpstr>
      <vt:lpstr>Presentation Arc 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Haute Ecole 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10</cp:revision>
  <dcterms:created xsi:type="dcterms:W3CDTF">2016-06-16T17:39:12Z</dcterms:created>
  <dcterms:modified xsi:type="dcterms:W3CDTF">2020-04-22T21:31:40Z</dcterms:modified>
</cp:coreProperties>
</file>