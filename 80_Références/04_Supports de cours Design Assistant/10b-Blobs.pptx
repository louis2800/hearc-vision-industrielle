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pez De Meneses Yuri" initials="LDMY" lastIdx="1" clrIdx="0">
    <p:extLst>
      <p:ext uri="{19B8F6BF-5375-455C-9EA6-DF929625EA0E}">
        <p15:presenceInfo xmlns:p15="http://schemas.microsoft.com/office/powerpoint/2012/main" userId="S-1-5-21-3817756591-2321082289-621010048-3808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1F50"/>
    <a:srgbClr val="707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1" autoAdjust="0"/>
    <p:restoredTop sz="94643" autoAdjust="0"/>
  </p:normalViewPr>
  <p:slideViewPr>
    <p:cSldViewPr>
      <p:cViewPr varScale="1">
        <p:scale>
          <a:sx n="82" d="100"/>
          <a:sy n="82" d="100"/>
        </p:scale>
        <p:origin x="136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3-18T21:54:50.279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BDA31-662C-4700-95B9-6F2EB887F863}" type="datetimeFigureOut">
              <a:rPr lang="fr-CH" smtClean="0"/>
              <a:t>18.03.2020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D50FDA-BFF4-4CC6-8050-A4AE2CD1906D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99221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Blob, en anglais tache, sans forme particulière.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50FDA-BFF4-4CC6-8050-A4AE2CD1906D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15843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e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GrisBienvenu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2492375"/>
            <a:ext cx="7704138" cy="79216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Bienvenue!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916113"/>
            <a:ext cx="7704138" cy="72072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915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Sommaire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 hasCustomPrompt="1"/>
          </p:nvPr>
        </p:nvSpPr>
        <p:spPr>
          <a:xfrm>
            <a:off x="28548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CH" dirty="0"/>
              <a:t>Thème 1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2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3</a:t>
            </a:r>
          </a:p>
          <a:p>
            <a:pPr lvl="0"/>
            <a:r>
              <a:rPr lang="fr-CH" dirty="0"/>
              <a:t>Thème 4</a:t>
            </a:r>
          </a:p>
          <a:p>
            <a:pPr lvl="0"/>
            <a:r>
              <a:rPr lang="fr-CH" dirty="0"/>
              <a:t>Thème 5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4612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FR" dirty="0"/>
              <a:t>Thème 6</a:t>
            </a:r>
          </a:p>
          <a:p>
            <a:pPr lvl="1"/>
            <a:r>
              <a:rPr lang="fr-CH" b="1" dirty="0">
                <a:solidFill>
                  <a:srgbClr val="707173"/>
                </a:solidFill>
              </a:rPr>
              <a:t>Sous-thème</a:t>
            </a:r>
          </a:p>
          <a:p>
            <a:pPr lvl="2"/>
            <a:endParaRPr lang="fr-CH" b="1" dirty="0">
              <a:solidFill>
                <a:srgbClr val="707173"/>
              </a:solidFill>
            </a:endParaRPr>
          </a:p>
          <a:p>
            <a:pPr lvl="0"/>
            <a:r>
              <a:rPr lang="fr-CH" dirty="0"/>
              <a:t>Thème 7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8</a:t>
            </a:r>
          </a:p>
          <a:p>
            <a:pPr lvl="0"/>
            <a:r>
              <a:rPr lang="fr-CH" dirty="0"/>
              <a:t>Thème 9</a:t>
            </a:r>
          </a:p>
          <a:p>
            <a:pPr lvl="0"/>
            <a:r>
              <a:rPr lang="fr-CH" dirty="0"/>
              <a:t>Thème 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4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</a:t>
            </a:r>
            <a:endParaRPr lang="fr-CH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059200"/>
            <a:ext cx="7704000" cy="410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123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1728000" y="2170800"/>
            <a:ext cx="3124800" cy="1656829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1</a:t>
            </a:r>
          </a:p>
          <a:p>
            <a:pPr lvl="1"/>
            <a:r>
              <a:rPr lang="fr-FR" dirty="0"/>
              <a:t>Texte 1</a:t>
            </a:r>
          </a:p>
          <a:p>
            <a:pPr lvl="1"/>
            <a:endParaRPr lang="fr-FR" dirty="0"/>
          </a:p>
          <a:p>
            <a:pPr lvl="0"/>
            <a:r>
              <a:rPr lang="fr-CH" dirty="0"/>
              <a:t>Titre 2</a:t>
            </a:r>
          </a:p>
          <a:p>
            <a:pPr lvl="1"/>
            <a:r>
              <a:rPr lang="fr-CH" dirty="0"/>
              <a:t>Texte 2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3</a:t>
            </a:r>
          </a:p>
          <a:p>
            <a:pPr lvl="1"/>
            <a:r>
              <a:rPr lang="fr-CH" dirty="0"/>
              <a:t>Texte 3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068800" y="2170800"/>
            <a:ext cx="3124800" cy="16560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4</a:t>
            </a:r>
          </a:p>
          <a:p>
            <a:pPr lvl="1"/>
            <a:r>
              <a:rPr lang="fr-CH" sz="10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 4</a:t>
            </a:r>
          </a:p>
          <a:p>
            <a:pPr lvl="1"/>
            <a:endParaRPr lang="fr-CH" sz="1000" dirty="0">
              <a:solidFill>
                <a:srgbClr val="707173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/>
            <a:r>
              <a:rPr lang="fr-CH" dirty="0"/>
              <a:t>Titre 5</a:t>
            </a:r>
          </a:p>
          <a:p>
            <a:pPr lvl="1"/>
            <a:r>
              <a:rPr lang="fr-CH" dirty="0"/>
              <a:t>Texte 5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6</a:t>
            </a:r>
          </a:p>
          <a:p>
            <a:pPr lvl="1"/>
            <a:r>
              <a:rPr lang="fr-CH" dirty="0"/>
              <a:t>Texte 6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Vide</a:t>
            </a:r>
            <a:endParaRPr lang="fr-CH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CH"/>
          </a:p>
        </p:txBody>
      </p:sp>
      <p:pic>
        <p:nvPicPr>
          <p:cNvPr id="6" name="Image 5" descr="ING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7889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358775" y="962025"/>
            <a:ext cx="8048625" cy="39020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00" y="5050800"/>
            <a:ext cx="4827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Avec image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1" hasCustomPrompt="1"/>
          </p:nvPr>
        </p:nvSpPr>
        <p:spPr>
          <a:xfrm>
            <a:off x="1800000" y="5410800"/>
            <a:ext cx="4827600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fr-CH" sz="9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</a:t>
            </a:r>
            <a:endParaRPr lang="fr-CH" dirty="0"/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1800000" y="961200"/>
            <a:ext cx="6624000" cy="37404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0"/>
            <a:ext cx="9144000" cy="686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3" r:id="rId5"/>
    <p:sldLayoutId id="2147483652" r:id="rId6"/>
    <p:sldLayoutId id="2147483656" r:id="rId7"/>
    <p:sldLayoutId id="2147483654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comments" Target="../comments/commen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DA: Blobs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546152" y="3471167"/>
            <a:ext cx="453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dirty="0"/>
              <a:t>Vision Industrielle </a:t>
            </a:r>
            <a:endParaRPr lang="en-US" sz="2400" dirty="0"/>
          </a:p>
        </p:txBody>
      </p:sp>
      <p:sp>
        <p:nvSpPr>
          <p:cNvPr id="4" name="ZoneTexte 3"/>
          <p:cNvSpPr txBox="1"/>
          <p:nvPr/>
        </p:nvSpPr>
        <p:spPr>
          <a:xfrm>
            <a:off x="539750" y="4581128"/>
            <a:ext cx="424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Yuri López de Meneses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: </a:t>
            </a:r>
            <a:r>
              <a:rPr lang="fr-CH" dirty="0" err="1"/>
              <a:t>BlobAnalysis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/>
              <a:t>Blobs = amas de pixels voisins qui ont des caractéristiques similaires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dirty="0"/>
              <a:t>Caractéristique typique: niveau de gris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dirty="0"/>
              <a:t>On «force le trait» par seuillage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/>
          <a:srcRect l="13285" t="39628" r="25984" b="22630"/>
          <a:stretch/>
        </p:blipFill>
        <p:spPr>
          <a:xfrm>
            <a:off x="4988270" y="4118045"/>
            <a:ext cx="3239504" cy="202469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152" y="1232331"/>
            <a:ext cx="10668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50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: </a:t>
            </a:r>
            <a:r>
              <a:rPr lang="fr-CH" dirty="0" err="1"/>
              <a:t>BlobAnalysis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2132856"/>
            <a:ext cx="2065961" cy="207778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3741156"/>
            <a:ext cx="4895453" cy="2410357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152" y="1232331"/>
            <a:ext cx="10668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298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: </a:t>
            </a:r>
            <a:r>
              <a:rPr lang="fr-CH" dirty="0" err="1"/>
              <a:t>BlobAnalysis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400" dirty="0"/>
              <a:t>Blob </a:t>
            </a:r>
            <a:r>
              <a:rPr lang="fr-CH" sz="2400" dirty="0" err="1"/>
              <a:t>Features</a:t>
            </a:r>
            <a:endParaRPr lang="en-US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644" y="3765679"/>
            <a:ext cx="1585913" cy="105013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492896"/>
            <a:ext cx="1593056" cy="100726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410" y="2492896"/>
            <a:ext cx="1128713" cy="115728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6917" y="2475024"/>
            <a:ext cx="1500188" cy="721519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7204" y="2478609"/>
            <a:ext cx="1100138" cy="102155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2040" y="2485752"/>
            <a:ext cx="1664494" cy="101441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652" y="3765679"/>
            <a:ext cx="2085975" cy="243601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7610" y="3784928"/>
            <a:ext cx="1628775" cy="2436019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58416" y="3765679"/>
            <a:ext cx="1121569" cy="142875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31830" y="3790036"/>
            <a:ext cx="1021556" cy="74295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58152" y="1232331"/>
            <a:ext cx="10668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490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: </a:t>
            </a:r>
            <a:r>
              <a:rPr lang="fr-CH" dirty="0" err="1"/>
              <a:t>BlobAnalysis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400" dirty="0" err="1"/>
              <a:t>Filter</a:t>
            </a:r>
            <a:endParaRPr lang="en-US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4223115"/>
            <a:ext cx="3868636" cy="145012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2059200"/>
            <a:ext cx="3885948" cy="181937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29" y="4223115"/>
            <a:ext cx="3879616" cy="131788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152" y="1232331"/>
            <a:ext cx="10668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7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: </a:t>
            </a:r>
            <a:r>
              <a:rPr lang="fr-CH" dirty="0" err="1"/>
              <a:t>BlobAnalysis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400" dirty="0" err="1"/>
              <a:t>Status</a:t>
            </a:r>
            <a:endParaRPr lang="en-US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2348880"/>
            <a:ext cx="3893058" cy="122339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152" y="1232331"/>
            <a:ext cx="10668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5422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Arc 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Arc ING</Template>
  <TotalTime>742</TotalTime>
  <Words>64</Words>
  <Application>Microsoft Office PowerPoint</Application>
  <PresentationFormat>Affichage à l'écran (4:3)</PresentationFormat>
  <Paragraphs>16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ＭＳ Ｐゴシック</vt:lpstr>
      <vt:lpstr>Arial</vt:lpstr>
      <vt:lpstr>Calibri</vt:lpstr>
      <vt:lpstr>Tahoma</vt:lpstr>
      <vt:lpstr>Presentation Arc 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Haute Ecole Arc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Lopez De Meneses Yuri</dc:creator>
  <cp:lastModifiedBy>Lopez De Meneses Yuri</cp:lastModifiedBy>
  <cp:revision>32</cp:revision>
  <dcterms:created xsi:type="dcterms:W3CDTF">2016-06-07T06:14:41Z</dcterms:created>
  <dcterms:modified xsi:type="dcterms:W3CDTF">2020-03-18T20:56:33Z</dcterms:modified>
</cp:coreProperties>
</file>