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1" r:id="rId4"/>
    <p:sldId id="265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1F50"/>
    <a:srgbClr val="707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43" autoAdjust="0"/>
  </p:normalViewPr>
  <p:slideViewPr>
    <p:cSldViewPr>
      <p:cViewPr varScale="1">
        <p:scale>
          <a:sx n="73" d="100"/>
          <a:sy n="73" d="100"/>
        </p:scale>
        <p:origin x="78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GrisBienvenu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2492375"/>
            <a:ext cx="7704138" cy="79216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916113"/>
            <a:ext cx="7704138" cy="7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915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28548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Thème 1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2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3</a:t>
            </a:r>
          </a:p>
          <a:p>
            <a:pPr lvl="0"/>
            <a:r>
              <a:rPr lang="fr-CH" dirty="0"/>
              <a:t>Thème 4</a:t>
            </a:r>
          </a:p>
          <a:p>
            <a:pPr lvl="0"/>
            <a:r>
              <a:rPr lang="fr-CH" dirty="0"/>
              <a:t>Thème 5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4612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FR" dirty="0"/>
              <a:t>Thème 6</a:t>
            </a:r>
          </a:p>
          <a:p>
            <a:pPr lvl="1"/>
            <a:r>
              <a:rPr lang="fr-CH" b="1" dirty="0">
                <a:solidFill>
                  <a:srgbClr val="707173"/>
                </a:solidFill>
              </a:rPr>
              <a:t>Sous-thème</a:t>
            </a:r>
          </a:p>
          <a:p>
            <a:pPr lvl="2"/>
            <a:endParaRPr lang="fr-CH" b="1" dirty="0">
              <a:solidFill>
                <a:srgbClr val="707173"/>
              </a:solidFill>
            </a:endParaRPr>
          </a:p>
          <a:p>
            <a:pPr lvl="0"/>
            <a:r>
              <a:rPr lang="fr-CH" dirty="0"/>
              <a:t>Thème 7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8</a:t>
            </a:r>
          </a:p>
          <a:p>
            <a:pPr lvl="0"/>
            <a:r>
              <a:rPr lang="fr-CH" dirty="0"/>
              <a:t>Thème 9</a:t>
            </a:r>
          </a:p>
          <a:p>
            <a:pPr lvl="0"/>
            <a:r>
              <a:rPr lang="fr-CH" dirty="0"/>
              <a:t>Thème 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059200"/>
            <a:ext cx="7704000" cy="410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123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1728000" y="2170800"/>
            <a:ext cx="3124800" cy="1656829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068800" y="2170800"/>
            <a:ext cx="3124800" cy="1656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Vide</a:t>
            </a:r>
            <a:endParaRPr lang="fr-CH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H"/>
          </a:p>
        </p:txBody>
      </p:sp>
      <p:pic>
        <p:nvPicPr>
          <p:cNvPr id="6" name="Image 5" descr="ING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7889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58775" y="962025"/>
            <a:ext cx="8048625" cy="39020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00" y="5050800"/>
            <a:ext cx="4827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Avec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1800000" y="5410800"/>
            <a:ext cx="482760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sz="9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</a:t>
            </a:r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1800000" y="961200"/>
            <a:ext cx="6624000" cy="3740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686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3" r:id="rId5"/>
    <p:sldLayoutId id="2147483652" r:id="rId6"/>
    <p:sldLayoutId id="2147483656" r:id="rId7"/>
    <p:sldLayoutId id="2147483654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DA: </a:t>
            </a:r>
            <a:r>
              <a:rPr lang="fr-CH" dirty="0" err="1"/>
              <a:t>Preprocessing</a:t>
            </a:r>
            <a:endParaRPr lang="fr-CH" dirty="0"/>
          </a:p>
        </p:txBody>
      </p:sp>
      <p:sp>
        <p:nvSpPr>
          <p:cNvPr id="3" name="ZoneTexte 2"/>
          <p:cNvSpPr txBox="1"/>
          <p:nvPr/>
        </p:nvSpPr>
        <p:spPr>
          <a:xfrm>
            <a:off x="546152" y="3471167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/>
              <a:t>3268.1 Vision Industrielle II </a:t>
            </a:r>
            <a:endParaRPr lang="en-US" sz="2400" dirty="0"/>
          </a:p>
        </p:txBody>
      </p:sp>
      <p:sp>
        <p:nvSpPr>
          <p:cNvPr id="4" name="ZoneTexte 3"/>
          <p:cNvSpPr txBox="1"/>
          <p:nvPr/>
        </p:nvSpPr>
        <p:spPr>
          <a:xfrm>
            <a:off x="539750" y="4581128"/>
            <a:ext cx="424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Yuri López de Meneses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</a:t>
            </a:r>
            <a:r>
              <a:rPr lang="fr-CH" dirty="0" err="1"/>
              <a:t>ImageProcessing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403203"/>
            <a:ext cx="5478518" cy="2690093"/>
          </a:xfrm>
          <a:prstGeom prst="rect">
            <a:avLst/>
          </a:prstGeom>
        </p:spPr>
      </p:pic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/>
              <a:t>Enchaînement de filtrages</a:t>
            </a:r>
          </a:p>
          <a:p>
            <a:r>
              <a:rPr lang="fr-CH" sz="2400" dirty="0"/>
              <a:t>	</a:t>
            </a:r>
            <a:r>
              <a:rPr lang="fr-CH" sz="2400" dirty="0">
                <a:sym typeface="Wingdings" panose="05000000000000000000" pitchFamily="2" charset="2"/>
              </a:rPr>
              <a:t> </a:t>
            </a:r>
            <a:r>
              <a:rPr lang="fr-CH" sz="2400" dirty="0"/>
              <a:t>Le résultat est une image, pas des valeurs</a:t>
            </a:r>
            <a:endParaRPr lang="en-US" sz="2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947" y="1232331"/>
            <a:ext cx="10953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1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</a:t>
            </a:r>
            <a:r>
              <a:rPr lang="fr-CH" dirty="0" err="1"/>
              <a:t>ImageProcessing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/>
              <a:t>Operations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51" y="2478878"/>
            <a:ext cx="876300" cy="20478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483941"/>
            <a:ext cx="466725" cy="1619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489" y="2488423"/>
            <a:ext cx="581025" cy="16192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2408" y="2491744"/>
            <a:ext cx="1295400" cy="295275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8473" y="2478878"/>
            <a:ext cx="342900" cy="18097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5604" y="2488423"/>
            <a:ext cx="952500" cy="20574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0080" y="2479178"/>
            <a:ext cx="685800" cy="17145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137" y="2488423"/>
            <a:ext cx="933450" cy="234315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9844" y="2478878"/>
            <a:ext cx="600075" cy="142875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0853" y="2478878"/>
            <a:ext cx="504825" cy="657225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726" y="5201175"/>
            <a:ext cx="542925" cy="142875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6501" y="5201175"/>
            <a:ext cx="638175" cy="962025"/>
          </a:xfrm>
          <a:prstGeom prst="rect">
            <a:avLst/>
          </a:prstGeom>
        </p:spPr>
      </p:pic>
      <p:sp>
        <p:nvSpPr>
          <p:cNvPr id="16" name="Rectangle à coins arrondis 15"/>
          <p:cNvSpPr/>
          <p:nvPr/>
        </p:nvSpPr>
        <p:spPr>
          <a:xfrm>
            <a:off x="1124651" y="5523647"/>
            <a:ext cx="710025" cy="63955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ZoneTexte 16"/>
          <p:cNvSpPr txBox="1"/>
          <p:nvPr/>
        </p:nvSpPr>
        <p:spPr>
          <a:xfrm>
            <a:off x="2286129" y="5689534"/>
            <a:ext cx="1031901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200" i="1" dirty="0" err="1"/>
              <a:t>Level</a:t>
            </a:r>
            <a:r>
              <a:rPr lang="fr-CH" sz="1200" i="1" dirty="0"/>
              <a:t> </a:t>
            </a:r>
            <a:r>
              <a:rPr lang="fr-CH" sz="1200" i="1" dirty="0" err="1"/>
              <a:t>clipping</a:t>
            </a:r>
            <a:endParaRPr lang="en-US" sz="1200" i="1" dirty="0"/>
          </a:p>
        </p:txBody>
      </p:sp>
      <p:cxnSp>
        <p:nvCxnSpPr>
          <p:cNvPr id="18" name="Connecteur droit avec flèche 17"/>
          <p:cNvCxnSpPr>
            <a:stCxn id="17" idx="1"/>
            <a:endCxn id="16" idx="3"/>
          </p:cNvCxnSpPr>
          <p:nvPr/>
        </p:nvCxnSpPr>
        <p:spPr>
          <a:xfrm flipH="1">
            <a:off x="1834676" y="5828034"/>
            <a:ext cx="451453" cy="15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8322" y="4745415"/>
            <a:ext cx="828675" cy="17145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4567" y="4750178"/>
            <a:ext cx="1047750" cy="1524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02184" y="5023401"/>
            <a:ext cx="457200" cy="142875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73502" y="5009113"/>
            <a:ext cx="876300" cy="314325"/>
          </a:xfrm>
          <a:prstGeom prst="rect">
            <a:avLst/>
          </a:prstGeom>
        </p:spPr>
      </p:pic>
      <p:sp>
        <p:nvSpPr>
          <p:cNvPr id="23" name="ZoneTexte 22"/>
          <p:cNvSpPr txBox="1"/>
          <p:nvPr/>
        </p:nvSpPr>
        <p:spPr>
          <a:xfrm>
            <a:off x="4430784" y="4592346"/>
            <a:ext cx="1543537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200" i="1" dirty="0"/>
              <a:t>Normalisation de gris</a:t>
            </a:r>
            <a:endParaRPr lang="en-US" sz="1200" i="1" dirty="0"/>
          </a:p>
        </p:txBody>
      </p:sp>
      <p:cxnSp>
        <p:nvCxnSpPr>
          <p:cNvPr id="24" name="Connecteur droit avec flèche 23"/>
          <p:cNvCxnSpPr>
            <a:stCxn id="23" idx="2"/>
            <a:endCxn id="22" idx="0"/>
          </p:cNvCxnSpPr>
          <p:nvPr/>
        </p:nvCxnSpPr>
        <p:spPr>
          <a:xfrm flipH="1">
            <a:off x="5111652" y="4869345"/>
            <a:ext cx="90901" cy="139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 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46310" y="5586233"/>
            <a:ext cx="971550" cy="161925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89833" y="5576708"/>
            <a:ext cx="933450" cy="638175"/>
          </a:xfrm>
          <a:prstGeom prst="rect">
            <a:avLst/>
          </a:prstGeom>
        </p:spPr>
      </p:pic>
      <p:sp>
        <p:nvSpPr>
          <p:cNvPr id="27" name="ZoneTexte 26"/>
          <p:cNvSpPr txBox="1"/>
          <p:nvPr/>
        </p:nvSpPr>
        <p:spPr>
          <a:xfrm>
            <a:off x="5593219" y="5437703"/>
            <a:ext cx="1584176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200" i="1" dirty="0"/>
              <a:t>Copie avec masquage</a:t>
            </a:r>
            <a:endParaRPr lang="en-US" sz="1200" i="1" dirty="0"/>
          </a:p>
        </p:txBody>
      </p:sp>
      <p:cxnSp>
        <p:nvCxnSpPr>
          <p:cNvPr id="28" name="Connecteur droit avec flèche 27"/>
          <p:cNvCxnSpPr>
            <a:stCxn id="27" idx="2"/>
            <a:endCxn id="26" idx="3"/>
          </p:cNvCxnSpPr>
          <p:nvPr/>
        </p:nvCxnSpPr>
        <p:spPr>
          <a:xfrm flipH="1">
            <a:off x="6123283" y="5714702"/>
            <a:ext cx="262024" cy="181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 2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96544" y="3445045"/>
            <a:ext cx="333375" cy="152400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58906" y="3426101"/>
            <a:ext cx="571500" cy="323850"/>
          </a:xfrm>
          <a:prstGeom prst="rect">
            <a:avLst/>
          </a:prstGeom>
        </p:spPr>
      </p:pic>
      <p:sp>
        <p:nvSpPr>
          <p:cNvPr id="32" name="ZoneTexte 31"/>
          <p:cNvSpPr txBox="1"/>
          <p:nvPr/>
        </p:nvSpPr>
        <p:spPr>
          <a:xfrm>
            <a:off x="6993233" y="4084158"/>
            <a:ext cx="153524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CH" sz="1200" i="1" dirty="0"/>
              <a:t>Conversion N&amp;B qui maximise séparation</a:t>
            </a:r>
            <a:endParaRPr lang="en-US" sz="1200" i="1" dirty="0"/>
          </a:p>
        </p:txBody>
      </p:sp>
      <p:cxnSp>
        <p:nvCxnSpPr>
          <p:cNvPr id="33" name="Connecteur droit avec flèche 32"/>
          <p:cNvCxnSpPr>
            <a:stCxn id="32" idx="0"/>
            <a:endCxn id="31" idx="2"/>
          </p:cNvCxnSpPr>
          <p:nvPr/>
        </p:nvCxnSpPr>
        <p:spPr>
          <a:xfrm flipV="1">
            <a:off x="7760853" y="3749951"/>
            <a:ext cx="283803" cy="334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55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C79A956-5234-4433-BD8C-93792DE5EE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: </a:t>
            </a:r>
            <a:r>
              <a:rPr lang="fr-CH" dirty="0" err="1"/>
              <a:t>ImageProcessing</a:t>
            </a:r>
            <a:endParaRPr lang="fr-CH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8F6D9F-6FD3-4020-B77F-889ED4866A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Output image type: 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000" dirty="0"/>
              <a:t>Si l’opération peut rendre des valeurs négatives, il faudra utiliser Signed16bits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000" dirty="0"/>
              <a:t>Si l’opération dépasse 8 bits, il faudra passer à Unsigned16bits</a:t>
            </a:r>
          </a:p>
        </p:txBody>
      </p:sp>
    </p:spTree>
    <p:extLst>
      <p:ext uri="{BB962C8B-B14F-4D97-AF65-F5344CB8AC3E}">
        <p14:creationId xmlns:p14="http://schemas.microsoft.com/office/powerpoint/2010/main" val="3824387903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 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Arc ING</Template>
  <TotalTime>826</TotalTime>
  <Words>77</Words>
  <Application>Microsoft Office PowerPoint</Application>
  <PresentationFormat>Affichage à l'écran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ＭＳ Ｐゴシック</vt:lpstr>
      <vt:lpstr>Arial</vt:lpstr>
      <vt:lpstr>Calibri</vt:lpstr>
      <vt:lpstr>Tahoma</vt:lpstr>
      <vt:lpstr>Wingdings</vt:lpstr>
      <vt:lpstr>Presentation Arc ING</vt:lpstr>
      <vt:lpstr>Présentation PowerPoint</vt:lpstr>
      <vt:lpstr>Présentation PowerPoint</vt:lpstr>
      <vt:lpstr>Présentation PowerPoint</vt:lpstr>
      <vt:lpstr>Présentation PowerPoint</vt:lpstr>
    </vt:vector>
  </TitlesOfParts>
  <Company>Haute Ecole 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32</cp:revision>
  <dcterms:created xsi:type="dcterms:W3CDTF">2016-06-07T06:14:41Z</dcterms:created>
  <dcterms:modified xsi:type="dcterms:W3CDTF">2020-09-13T18:24:07Z</dcterms:modified>
</cp:coreProperties>
</file>